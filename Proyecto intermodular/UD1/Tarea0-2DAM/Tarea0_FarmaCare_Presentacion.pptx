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  <a:latin typeface="Calibri"/>
              </a:defRPr>
            </a:pPr>
            <a:r>
              <a:t>FarmaCare &amp; Physio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01 / 03  •  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2540"/>
                </a:solidFill>
                <a:latin typeface="Calibri"/>
              </a:defRPr>
            </a:pPr>
            <a:r>
              <a:t>1. Problema y Necesidad Detectada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¿Qué ocurre en la realidad y a quién afecta directamente?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05624"/>
                </a:solidFill>
                <a:latin typeface="Calibri"/>
              </a:defRPr>
            </a:pPr>
            <a:r>
              <a:t>🚨 ¿QUÉ OCURRE?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Falta de Adherencia Terapéutica: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Casi el 50% de los pacientes no toman su medicación según lo prescrito (OMS), provocando recaídas y complicaciones.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Olvidos y Confusión de Posología: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La toma de múltiples pastillas genera dosis duplicadas o tomas omitidas por desconocer las horas exactas.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Prospectos Incomprensibles: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Letra diminuta y terminología médica compleja que desconciertan al usuario no especializado.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Rehabilitación Abandonada: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Las pautas en papel de ejercicios musculares o traumatismos se pierden o se ejecutan sin la postura adecuada.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A896"/>
                </a:solidFill>
                <a:latin typeface="Calibri"/>
              </a:defRPr>
            </a:pPr>
            <a:r>
              <a:t>👥 ¿A QUIÉN AFECTA?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Personas Mayores y Pacientes con Alzheimer: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Especial vulnerabilidad ante la polimedicación y el deterioro cognitivo leve o despistes frecuentes.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Cuidadores y Familiares: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Estrés y sobrecarga mental permanente ante la incertidumbre de no saber si su familiar tomó la pastilla a tiempo.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Personas con Traumatismos o Dolor Muscular: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Pacientes en recuperación de esguinces, cirugías o dolores crónicos que necesitan fortalecer zonas específicas.</a:t>
            </a:r>
          </a:p>
          <a:p>
            <a:pPr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Sistema Sanitario y ODS 3: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El abandono del tratamiento satura las urgencias. Resolverlo promueve el ODS 3 (Salud y Bienestar).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💡 IMPACTO: Alineado con los Objetivos de Desarrollo Sostenible (ODS 3 Salud y Bienestar • ODS 10 Reducción de Desigualdades)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  <a:latin typeface="Calibri"/>
              </a:defRPr>
            </a:pPr>
            <a:r>
              <a:t>FarmaCare &amp; Physio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02 / 03  • 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2540"/>
                </a:solidFill>
                <a:latin typeface="Calibri"/>
              </a:defRPr>
            </a:pPr>
            <a:r>
              <a:t>2. Solución Digital y Funcionalidades Clave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FarmaCare &amp; Physio: Asistente móvil integral para tratamientos y recuperación física</a:t>
            </a:r>
          </a:p>
        </p:txBody>
      </p:sp>
      <p:pic>
        <p:nvPicPr>
          <p:cNvPr id="7" name="Picture 6" descr="mockup_farmac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85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64592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A2540"/>
                </a:solidFill>
                <a:latin typeface="Calibri"/>
              </a:defRPr>
            </a:pPr>
            <a:r>
              <a:t>⚡ FUNCIONALIDADES PRINCIPALES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⏰ Alarmas con Locución por Voz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Avisos sonoros que explican qué fármaco tomar, la dosis y si debe acompañarse con comida o agua.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✅ Confirmación Fácil y Antiolvido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Botón táctil gigante para registrar la toma, evitando dosis duplicadas por despistes.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🛡️ Alerta Automática a Cuidadores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Si la toma no se confirma en 20 minutos, la app avisa al familiar por notificación o SMS.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🏋️ Módulo de Ejercicios Musculares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Rutinas visuales guiadas para fortalecer músculos dañados por traumatismos o dolores posturales.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📖 Prospecto Claro y Resumido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Información simplificada en lenguaje accesible sobre para qué sirve cada medicamento.</a:t>
            </a:r>
          </a:p>
          <a:p>
            <a:pPr>
              <a:spcAft>
                <a:spcPts val="100"/>
              </a:spcAft>
              <a:defRPr sz="1100" b="1">
                <a:solidFill>
                  <a:srgbClr val="00A896"/>
                </a:solidFill>
                <a:latin typeface="Calibri"/>
              </a:defRPr>
            </a:pPr>
            <a:r>
              <a:t>📊 Historial de Adherencia en PDF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Gráficos de cumplimiento terapéutico y actividad para mostrar al médico en consulta.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📱 Solución Multiplataforma (Android / iOS) • Modo 'Fácil' Adaptado para la Tercera Edad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  <a:latin typeface="Calibri"/>
              </a:defRPr>
            </a:pPr>
            <a:r>
              <a:t>FarmaCare &amp; Physio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03 / 03  •  VALOR AÑADIDO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2540"/>
                </a:solidFill>
                <a:latin typeface="Calibri"/>
              </a:defRPr>
            </a:pPr>
            <a:r>
              <a:t>3. Valor Añadido y Visión de Futuro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¿Por qué aporta un beneficio diferencial y cuáles son las mejoras previstas?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A896"/>
                </a:solidFill>
                <a:latin typeface="Calibri"/>
              </a:defRPr>
            </a:pPr>
            <a:r>
              <a:t>🌟 VALOR AÑADIDO (¿POR QUÉ ES ÚTIL?)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✔ Solución Dual 2 en 1: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Unifica el control farmacológico y el fortalecimiento muscular en una única aplicación sin dispersión de datos.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✔ Máxima Autonomía para Mayores: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Reduce la dependencia de terceros gracias a alarmas habladas, diseño contrastado y confirmación simple.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✔ Tranquilidad para los Cuidadores: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Supervisión pasiva: solo reciben avisos si surge una omisión, eliminando el estrés de llamadas continuas.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✔ Prevención y Recuperación Activa: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Evita que contracturas o lesiones traumatológicas se cronifiquen por falta de rehabilitación domiciliaria.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D6EFD"/>
                </a:solidFill>
                <a:latin typeface="Calibri"/>
              </a:defRPr>
            </a:pPr>
            <a:r>
              <a:t>🚀 MEJORAS FUTURAS INCORPORABLES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✦ Inteligencia Artificial Postural: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Uso de la cámara y Computer Vision para verificar en tiempo real si el paciente hace bien el ejercicio y corregirlo.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✦ Escaneo OCR de Cajas Médicas: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Carga automática de posología fotografiando la caja del medicamento o el código de barras nacional.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✦ Conexión con Wearables e IoT: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Vibración háptica de recordatorio en smartwatch, detección de caídas y pastilleros inteligentes conectados.</a:t>
            </a:r>
          </a:p>
          <a:p>
            <a:pPr>
              <a:spcAft>
                <a:spcPts val="100"/>
              </a:spcAft>
              <a:defRPr sz="1150" b="1">
                <a:solidFill>
                  <a:srgbClr val="0A2540"/>
                </a:solidFill>
                <a:latin typeface="Calibri"/>
              </a:defRPr>
            </a:pPr>
            <a:r>
              <a:t>✦ Integración con Receta Electrónica: 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   Sincronización con el sistema sanitario público para actualizar tratamientos automáticamente.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🎯 CONCLUSIÓN: Tecnología accesible al servicio de la salud, autonomía y bienestar de las personas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