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2B4"/>
          </a:solidFill>
          <a:ln>
            <a:solidFill>
              <a:srgbClr val="00D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2B4"/>
                </a:solidFill>
                <a:latin typeface="Calibri"/>
              </a:defRPr>
            </a:pPr>
            <a:r>
              <a:t>Memorix  •  Proyecto Intermodular 2º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01 / 03  •  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9144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50C26"/>
                </a:solidFill>
                <a:latin typeface="Calibri"/>
              </a:defRPr>
            </a:pPr>
            <a:r>
              <a:t>1. Problema y Necesidad Detectada</a:t>
            </a:r>
          </a:p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¿Qué ocurre en la realidad diaria y a quién afecta?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E05624"/>
                </a:solidFill>
                <a:latin typeface="Calibri"/>
              </a:defRPr>
            </a:pPr>
            <a:r>
              <a:t>🚨 ¿QUÉ OCURRE?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50% de Abandono Terapéutico: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Casi la mitad de enfermos crónicos no toman su medicación correctamente (OMS), provocando recaídas y urgencias.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Olvidos y Confusión de Dosis: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Múltiples pastillas diarias provocan tomas duplicadas o dosis omitidas por no recordar las horas.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Prospectos Inaccesibles: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Texto minúsculo e instrucciones farmacológicas complejas que generan inseguridad.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Rehabilitación en Papel Ineficaz: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Las rutinas de ejercicios para traumatismos o dolor muscular se olvidan o se ejecutan sin técnica adecuada.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038FF"/>
                </a:solidFill>
                <a:latin typeface="Calibri"/>
              </a:defRPr>
            </a:pPr>
            <a:r>
              <a:t>👥 ¿A QUIÉN AFECTA?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Mayores y Pacientes de Alzheimer: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Vulnerabilidad extrema ante polimedicación y despistes por deterioro cognitivo.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Cuidadores y Familias: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Estrés constante y sobrecarga mental por no tener confirmación de que la medicación se ha tomado.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Personas con Traumatismos o Dolor Físico: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Pacientes en recuperación de lesiones o con dolores de espalda/cuello que necesitan fortalecer zonas específicas.</a:t>
            </a:r>
          </a:p>
          <a:p>
            <a:pPr>
              <a:spcAft>
                <a:spcPts val="100"/>
              </a:spcAft>
              <a:defRPr sz="1200" b="1">
                <a:solidFill>
                  <a:srgbClr val="050C26"/>
                </a:solidFill>
                <a:latin typeface="Calibri"/>
              </a:defRPr>
            </a:pPr>
            <a:r>
              <a:t>• Sistema de Salud y ODS 3: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El mal uso de medicamentos colapsa consultas. Resolverlo impacta en el ODS 3 (Salud) y ODS 10 (Accesibilidad).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050C26"/>
          </a:solidFill>
          <a:ln>
            <a:solidFill>
              <a:srgbClr val="050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💡 IMPACTO: Alineado con los Objetivos de Desarrollo Sostenible (ODS 3 Salud y Bienestar • ODS 10 Reducción de Desigualdades)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2B4"/>
          </a:solidFill>
          <a:ln>
            <a:solidFill>
              <a:srgbClr val="00D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2B4"/>
                </a:solidFill>
                <a:latin typeface="Calibri"/>
              </a:defRPr>
            </a:pPr>
            <a:r>
              <a:t>Memorix  •  Proyecto Intermodular 2º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02 / 03  •  LA SOLUCIÓN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9144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50C26"/>
                </a:solidFill>
                <a:latin typeface="Calibri"/>
              </a:defRPr>
            </a:pPr>
            <a:r>
              <a:t>2. Memorix: Solución Digital Accesible</a:t>
            </a:r>
          </a:p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Asistente móvil inteligente con alto contraste visual para medicación y rehabilitación</a:t>
            </a:r>
          </a:p>
        </p:txBody>
      </p:sp>
      <p:pic>
        <p:nvPicPr>
          <p:cNvPr id="7" name="Picture 6" descr="mockup_memor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2806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35040" y="1645920"/>
            <a:ext cx="53949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50C26"/>
                </a:solidFill>
                <a:latin typeface="Calibri"/>
              </a:defRPr>
            </a:pPr>
            <a:r>
              <a:t>⚡ FUNCIONALIDADES CLAVE DE MEMORIX</a:t>
            </a:r>
          </a:p>
          <a:p>
            <a:pPr>
              <a:spcAft>
                <a:spcPts val="100"/>
              </a:spcAft>
              <a:defRPr sz="1100" b="1">
                <a:solidFill>
                  <a:srgbClr val="00D2B4"/>
                </a:solidFill>
                <a:latin typeface="Calibri"/>
              </a:defRPr>
            </a:pPr>
            <a:r>
              <a:t>🔊 Alarmas Inteligentes con Audio-Guía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Reproduce por voz el nombre del fármaco, dosis e indicaciones (ej. 'tomar con agua tras la comida').</a:t>
            </a:r>
          </a:p>
          <a:p>
            <a:pPr>
              <a:spcAft>
                <a:spcPts val="100"/>
              </a:spcAft>
              <a:defRPr sz="1100" b="1">
                <a:solidFill>
                  <a:srgbClr val="00D2B4"/>
                </a:solidFill>
                <a:latin typeface="Calibri"/>
              </a:defRPr>
            </a:pPr>
            <a:r>
              <a:t>✅ Confirmación Fácil de Un Toque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Botón táctil de gran visibilidad para registrar la toma y evitar duplicidades por despistes.</a:t>
            </a:r>
          </a:p>
          <a:p>
            <a:pPr>
              <a:spcAft>
                <a:spcPts val="100"/>
              </a:spcAft>
              <a:defRPr sz="1100" b="1">
                <a:solidFill>
                  <a:srgbClr val="00D2B4"/>
                </a:solidFill>
                <a:latin typeface="Calibri"/>
              </a:defRPr>
            </a:pPr>
            <a:r>
              <a:t>🛡️ Alerta Automática SOS a Cuidadores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Si tras 20 min no se confirma una toma crítica, envía aviso inmediato al familiar asignado.</a:t>
            </a:r>
          </a:p>
          <a:p>
            <a:pPr>
              <a:spcAft>
                <a:spcPts val="100"/>
              </a:spcAft>
              <a:defRPr sz="1100" b="1">
                <a:solidFill>
                  <a:srgbClr val="00D2B4"/>
                </a:solidFill>
                <a:latin typeface="Calibri"/>
              </a:defRPr>
            </a:pPr>
            <a:r>
              <a:t>🏋️ Rutinas de Fortalecimiento Muscular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Ejercicios guiados paso a paso con temporizador para dolores de espalda, hombros, cuello o piernas.</a:t>
            </a:r>
          </a:p>
          <a:p>
            <a:pPr>
              <a:spcAft>
                <a:spcPts val="100"/>
              </a:spcAft>
              <a:defRPr sz="1100" b="1">
                <a:solidFill>
                  <a:srgbClr val="00D2B4"/>
                </a:solidFill>
                <a:latin typeface="Calibri"/>
              </a:defRPr>
            </a:pPr>
            <a:r>
              <a:t>🎨 Interfaz de Alto Contraste (Modo Senior)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Gama cromática de máxima legibilidad (azul, cian, menta) adaptada a problemas visuales.</a:t>
            </a:r>
          </a:p>
          <a:p>
            <a:pPr>
              <a:spcAft>
                <a:spcPts val="100"/>
              </a:spcAft>
              <a:defRPr sz="1100" b="1">
                <a:solidFill>
                  <a:srgbClr val="00D2B4"/>
                </a:solidFill>
                <a:latin typeface="Calibri"/>
              </a:defRPr>
            </a:pPr>
            <a:r>
              <a:t>📊 Historial de Adherencia Exportable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t>Estadísticas semanales y mensuales de cumplimiento listas para compartir con el médico.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050C26"/>
          </a:solidFill>
          <a:ln>
            <a:solidFill>
              <a:srgbClr val="050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📱 Memorix: Aplicación Multiplataforma (Android / iOS) • Enfoque Universal y Accesible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2B4"/>
          </a:solidFill>
          <a:ln>
            <a:solidFill>
              <a:srgbClr val="00D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2B4"/>
                </a:solidFill>
                <a:latin typeface="Calibri"/>
              </a:defRPr>
            </a:pPr>
            <a:r>
              <a:t>Memorix  •  Proyecto Intermodular 2º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03 / 03  •  VALOR AÑADIDO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9144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50C26"/>
                </a:solidFill>
                <a:latin typeface="Calibri"/>
              </a:defRPr>
            </a:pPr>
            <a:r>
              <a:t>3. Valor Añadido y Visión de Futuro</a:t>
            </a:r>
          </a:p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¿Por qué Memorix marca la diferencia y hacia dónde evoluciona?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572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D2B4"/>
                </a:solidFill>
                <a:latin typeface="Calibri"/>
              </a:defRPr>
            </a:pPr>
            <a:r>
              <a:t>🌟 VALOR AÑADIDO DIFERENCIAL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✔ Doble Enfoque Integral (Fármacos + Fisioterapia):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Unifica en un solo lugar la adherencia médica y la actividad física terapéutica.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✔ Accesibilidad Total por Contrastes: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La identidad gráfica de Memorix utiliza contrastes cromáticos de grado médico para eliminar barreras cognitivas.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✔ Autonomía Real para la Tercera Edad: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Instrucciones de audio claras y botones gigantes que devuelven la independencia al paciente.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✔ Paz Mental para las Familias: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Supervisión remota pasiva: solo alerta a los familiares cuando realmente ocurre una omisión.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38FF"/>
                </a:solidFill>
                <a:latin typeface="Calibri"/>
              </a:defRPr>
            </a:pPr>
            <a:r>
              <a:t>🚀 MEJORAS FUTURAS DE MEMORIX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✦ IA de Visión Artificial (Computer Vision):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Supervisión postural en tiempo real a través de la cámara del móvil durante los ejercicios de fisioterapia.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✦ Escaneo OCR Inteligente de Cajas: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Reconocimiento automático de prospectos y posología con solo enfocar la caja del medicamento.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✦ Conectividad IoT con Smartwatches: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Vibración en la muñeca para avisar de la toma y detección de caídas en personas mayores.</a:t>
            </a:r>
          </a:p>
          <a:p>
            <a:pPr>
              <a:spcAft>
                <a:spcPts val="100"/>
              </a:spcAft>
              <a:defRPr sz="1150" b="1">
                <a:solidFill>
                  <a:srgbClr val="050C26"/>
                </a:solidFill>
                <a:latin typeface="Calibri"/>
              </a:defRPr>
            </a:pPr>
            <a:r>
              <a:t>✦ Interoperabilidad con Receta Electrónica: 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Conexión directa con la historia clínica pública para actualizar dosis automáticamente.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050C26"/>
          </a:solidFill>
          <a:ln>
            <a:solidFill>
              <a:srgbClr val="050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🎯 MEMORIX: Tecnología accesible al servicio de la salud, autonomía y bienestar de las personas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