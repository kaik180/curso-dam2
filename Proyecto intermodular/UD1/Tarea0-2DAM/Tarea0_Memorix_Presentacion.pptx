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96"/>
          </a:solidFill>
          <a:ln>
            <a:solidFill>
              <a:srgbClr val="00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96"/>
                </a:solidFill>
                <a:latin typeface="Calibri"/>
              </a:defRPr>
            </a:pPr>
            <a:r>
              <a:t>Memorix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01 / 03  •  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50C26"/>
                </a:solidFill>
                <a:latin typeface="Calibri"/>
              </a:defRPr>
            </a:pPr>
            <a:r>
              <a:t>1. Diagnóstico del Problema y Colectivos Afectados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¿Qué ocurre en la vida cotidiana y a quién afecta directamente?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05624"/>
                </a:solidFill>
                <a:latin typeface="Calibri"/>
              </a:defRPr>
            </a:pPr>
            <a:r>
              <a:t>🚨 ¿QUÉ OCURRE?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Olvidos y Confusión en la Medicación: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Casi el 50% de pacientes crónicos no toma bien su tratamiento (OMS), provocando recaídas y visitas a urgencias.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Dificultad con Posologías y Prospectos: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La letra diminuta y las explicaciones técnicas confunden al paciente sobre cómo y cuándo tomar cada pastilla.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Abandono de la Rehabilitación en Casa: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Las hojas de papel con ejercicios para dolores musculares o traumatismos se extravían y no guían la postura correcta.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38FF"/>
                </a:solidFill>
                <a:latin typeface="Calibri"/>
              </a:defRPr>
            </a:pPr>
            <a:r>
              <a:t>👥 ¿A QUIÉN AFECTA?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Personas Mayores y Pacientes con Olvidos: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Especialmente vulnerables por polimedicación o principios de Alzheimer y deterioro cognitivo leve.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Familiares y Cuidadores: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Viven con la preocupación y el estrés diario de tener que estar comprobando si se han tomado la medicación.</a:t>
            </a:r>
          </a:p>
          <a:p>
            <a:pPr>
              <a:spcAft>
                <a:spcPts val="100"/>
              </a:spcAft>
              <a:defRPr sz="1200" b="1">
                <a:solidFill>
                  <a:srgbClr val="050C26"/>
                </a:solidFill>
                <a:latin typeface="Calibri"/>
              </a:defRPr>
            </a:pPr>
            <a:r>
              <a:t>• Personas con Lesiones Musculares o Dolor: 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Pacientes en recuperación de traumatismos, contracturas o con dolores de espalda que necesitan guías de ejercicios.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50C26"/>
          </a:solidFill>
          <a:ln>
            <a:solidFill>
              <a:srgbClr val="050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IMPACTO: Alineado con ODS 3 (Salud y Bienestar) y ODS 10 (Reducción de las Desigualdades)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96"/>
          </a:solidFill>
          <a:ln>
            <a:solidFill>
              <a:srgbClr val="00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96"/>
                </a:solidFill>
                <a:latin typeface="Calibri"/>
              </a:defRPr>
            </a:pPr>
            <a:r>
              <a:t>Memorix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02 / 03  • 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50C26"/>
                </a:solidFill>
                <a:latin typeface="Calibri"/>
              </a:defRPr>
            </a:pPr>
            <a:r>
              <a:t>2. Memorix: Propuesta Digital y Funcionalidades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Asistente móvil accesible para el control de medicamentos y ejercicios de recuperación</a:t>
            </a:r>
          </a:p>
        </p:txBody>
      </p:sp>
      <p:pic>
        <p:nvPicPr>
          <p:cNvPr id="7" name="Picture 6" descr="mockup_memo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806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645920"/>
            <a:ext cx="5394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0C26"/>
                </a:solidFill>
                <a:latin typeface="Calibri"/>
              </a:defRPr>
            </a:pPr>
            <a:r>
              <a:t>⚡ FUNCIONALIDADES CLAVE</a:t>
            </a:r>
          </a:p>
          <a:p>
            <a:pPr>
              <a:spcAft>
                <a:spcPts val="100"/>
              </a:spcAft>
              <a:defRPr sz="1150" b="1">
                <a:solidFill>
                  <a:srgbClr val="00B496"/>
                </a:solidFill>
                <a:latin typeface="Calibri"/>
              </a:defRPr>
            </a:pPr>
            <a:r>
              <a:t>🔊 Alarmas con Locución por Voz</a:t>
            </a:r>
          </a:p>
          <a:p>
            <a:pPr>
              <a:spcAft>
                <a:spcPts val="7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Lee en voz alta el nombre de la pastilla, la dosis y cómo tomarla (ej. con comida).</a:t>
            </a:r>
          </a:p>
          <a:p>
            <a:pPr>
              <a:spcAft>
                <a:spcPts val="100"/>
              </a:spcAft>
              <a:defRPr sz="1150" b="1">
                <a:solidFill>
                  <a:srgbClr val="00B496"/>
                </a:solidFill>
                <a:latin typeface="Calibri"/>
              </a:defRPr>
            </a:pPr>
            <a:r>
              <a:t>👆 Confirmación Fácil de Un Toque</a:t>
            </a:r>
          </a:p>
          <a:p>
            <a:pPr>
              <a:spcAft>
                <a:spcPts val="7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Botón táctil grande para registrar la toma y evitar tomar la pastilla dos veces por despiste.</a:t>
            </a:r>
          </a:p>
          <a:p>
            <a:pPr>
              <a:spcAft>
                <a:spcPts val="100"/>
              </a:spcAft>
              <a:defRPr sz="1150" b="1">
                <a:solidFill>
                  <a:srgbClr val="00B496"/>
                </a:solidFill>
                <a:latin typeface="Calibri"/>
              </a:defRPr>
            </a:pPr>
            <a:r>
              <a:t>🛡️ Aviso Automático al Cuidador</a:t>
            </a:r>
          </a:p>
          <a:p>
            <a:pPr>
              <a:spcAft>
                <a:spcPts val="7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Manda una alerta al móvil del familiar si pasan 20 minutos sin confirmarse la toma.</a:t>
            </a:r>
          </a:p>
          <a:p>
            <a:pPr>
              <a:spcAft>
                <a:spcPts val="100"/>
              </a:spcAft>
              <a:defRPr sz="1150" b="1">
                <a:solidFill>
                  <a:srgbClr val="00B496"/>
                </a:solidFill>
                <a:latin typeface="Calibri"/>
              </a:defRPr>
            </a:pPr>
            <a:r>
              <a:t>🏋️ Ejercicios Musculares Guiados</a:t>
            </a:r>
          </a:p>
          <a:p>
            <a:pPr>
              <a:spcAft>
                <a:spcPts val="7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Rutinas para dolores o traumatismos con temporizador, series y descansos en pantalla.</a:t>
            </a:r>
          </a:p>
          <a:p>
            <a:pPr>
              <a:spcAft>
                <a:spcPts val="100"/>
              </a:spcAft>
              <a:defRPr sz="1150" b="1">
                <a:solidFill>
                  <a:srgbClr val="00B496"/>
                </a:solidFill>
                <a:latin typeface="Calibri"/>
              </a:defRPr>
            </a:pPr>
            <a:r>
              <a:t>🎨 Interfaz de Alto Contraste</a:t>
            </a:r>
          </a:p>
          <a:p>
            <a:pPr>
              <a:spcAft>
                <a:spcPts val="7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Tipografía clara y colores contrastados pensados para personas mayores o con poca vista.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50C26"/>
          </a:solidFill>
          <a:ln>
            <a:solidFill>
              <a:srgbClr val="050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📱 Solución Multiplataforma (Android / iOS) • Modo Fácil Diseñado para la Tercera Edad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96"/>
          </a:solidFill>
          <a:ln>
            <a:solidFill>
              <a:srgbClr val="00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96"/>
                </a:solidFill>
                <a:latin typeface="Calibri"/>
              </a:defRPr>
            </a:pPr>
            <a:r>
              <a:t>Memorix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03 / 03  •  VALOR AÑADIDO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50C26"/>
                </a:solidFill>
                <a:latin typeface="Calibri"/>
              </a:defRPr>
            </a:pPr>
            <a:r>
              <a:t>3. Valor Diferencial y Mejoras Futuras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¿Por qué resulta útil esta solución y cómo puede evolucionar?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B496"/>
                </a:solidFill>
                <a:latin typeface="Calibri"/>
              </a:defRPr>
            </a:pPr>
            <a:r>
              <a:t>🌟 VALOR AÑADIDO (¿POR QUÉ ES ÚTIL?)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✔ Solución 2 en 1 (Medicamentos + Ejercicio):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Une en una sola aplicación el control de los tratamientos y la recuperación física activa.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✔ Mayor Autonomía para Personas Mayores: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Las explicaciones por voz y los botones grandes permiten manejarse sin depender siempre de otra persona.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✔ Tranquilidad para los Familiares: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Supervisión sin agobios; solo reciben alerta en el móvil si su familiar no confirma una toma.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✔ Constancia en la Rehabilitación: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Las guías visuales con cronómetro ayudan a no abandonar los ejercicios musculares en casa.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38FF"/>
                </a:solidFill>
                <a:latin typeface="Calibri"/>
              </a:defRPr>
            </a:pPr>
            <a:r>
              <a:t>🚀 MEJORAS FUTURAS PREVISTAS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✦ Visión Artificial con Cámara Móvil: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Detección de la postura del usuario en tiempo real durante los ejercicios para avisar por voz si la espalda está mal colocada.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✦ Conexión con Pulseras Inteligentes (Smartwatch):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Avisos de medicación por vibración en la muñeca y detección de caídas accidentales en ancianos.</a:t>
            </a:r>
          </a:p>
          <a:p>
            <a:pPr>
              <a:spcAft>
                <a:spcPts val="100"/>
              </a:spcAft>
              <a:defRPr sz="1150" b="1">
                <a:solidFill>
                  <a:srgbClr val="050C26"/>
                </a:solidFill>
                <a:latin typeface="Calibri"/>
              </a:defRPr>
            </a:pPr>
            <a:r>
              <a:t>✦ Escaneo de Cajas de Medicamentos: 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Reconocimiento automático de la pastilla con la cámara para añadir la alarma sin tener que escribir.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50C26"/>
          </a:solidFill>
          <a:ln>
            <a:solidFill>
              <a:srgbClr val="050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🎯 MEMORIX  •  Proyecto Intermodular 2º DAM  •  Kevin Muñoz C</a:t>
            </a:r>
            <a:r>
              <a:rPr lang="ca-ES-valencia" dirty="0"/>
              <a:t>o</a:t>
            </a:r>
            <a:r>
              <a:rPr dirty="0" err="1"/>
              <a:t>rcoles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622</Words>
  <Application>Microsoft Office PowerPoint</Application>
  <PresentationFormat>Pantalla panoràmica</PresentationFormat>
  <Paragraphs>56</Paragraphs>
  <Slides>3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MUÑOZ CÓRCOLES, KEVIN</cp:lastModifiedBy>
  <cp:revision>3</cp:revision>
  <dcterms:created xsi:type="dcterms:W3CDTF">2013-01-27T09:14:16Z</dcterms:created>
  <dcterms:modified xsi:type="dcterms:W3CDTF">2026-09-29T14:46:48Z</dcterms:modified>
  <cp:category/>
</cp:coreProperties>
</file>